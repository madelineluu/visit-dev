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F9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B494-3ABA-4CC4-8BCD-66BCF75EF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694A6-5A0B-4356-AA34-E5C55A238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9463D-F3B2-4B24-B6AA-9ADEC3AF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ECE2-E836-4CD8-8B37-796261B3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EA2B8-94E5-4799-B792-267CB8DB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37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8035-C9B7-46F9-88BB-3C5F1B18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6F57-0363-45B1-B0B4-C545B716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3C096-C192-4DB2-B9E7-0A27016E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4FF2-A71E-4686-8F19-D5DDC9D2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3E12-565D-46F8-9EB7-42544A33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682F-24E4-4896-992C-25A4A3AC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08975-E02C-436E-9ED9-6112DAB58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EA80-892A-448E-87AC-998496A6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666E6-53E8-410A-8B2B-5A24AF25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8AE19-E030-4C7D-A2EF-7B2ABC52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1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DB46-B11E-4D60-B6E0-6560F17F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DA6B1-EAF3-450D-A4EB-F0592C826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293B-6571-422A-97A3-9C1F4FC5D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60BCA-E438-4DBC-A587-600F3A01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EBD1E-B442-41EA-BED4-6B576A2D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3C63-5C56-48BC-857F-6DB29911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9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EDFC-7DD2-4B48-9D63-3BCA9398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F98A2-C5D8-4238-A0D0-84DF683E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CBE1E-9DE3-41FA-88E8-2E6398B68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29E19-FC3E-41A0-99FD-771FDB1C8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B86AE-1BDF-49D6-832D-BD98325BD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F8363F-C966-459D-AA2A-5D1FB2C5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2EB6D-2420-4CAF-AC53-120108FD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994AE-301D-4618-B468-E5D5BC22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1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F414-2C94-43DF-94EB-FADED9FD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DFE67-894D-4ADA-BD8B-B6F0B63C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8039B-AEFE-4DCF-ACF6-ABB15BD2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064CC-059B-4F3E-B603-96345C89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6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20FC9-033F-4DED-8E9F-3C618DDC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83D32-877E-4575-9A36-F7A00D25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8B617-284A-408B-BBDD-2E61DD48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74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D020-BF8F-4BFC-8877-556FDF57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DCE87-3B15-4581-889B-3D1380D3B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57554-7DC0-499C-AA66-AE9471845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661BE-D1E5-40D8-8435-4C4F0015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3258B-2725-401A-983E-F2995292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E444B-27A6-4DBF-947C-F36C4C46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6B6C-A0A7-42B2-A3C8-5CF5A881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AA35E-818C-4459-95FC-938EEB562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C5F67-D1A9-43B4-8258-52275699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38D89-9AA7-4244-8AC0-BFF1D2E8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F6FD4-836E-4259-A246-D91BD2FF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94C73-2B51-4E36-AD90-DB2205A8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6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D6D5-FED3-4AA6-AB0A-4B40A7A3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06802-7074-4582-9DB5-F268B429C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5A12C-DCD6-46FA-9E54-620B6AE9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3DFEC-AF7C-4202-AAE6-3B7C8B52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F635-9323-4F2F-8275-A7A710F49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65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FF48F5-CDB9-4B6C-904C-01D814B09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4D92-2504-471E-BB8C-42FAE65B1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1C76F-AA26-4C30-AC0C-B4F6367C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8E880-8AEF-4404-8BA0-BED716E2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6FAF-6785-41B8-8211-1C7F866A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4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2EB26-1303-4D02-8F2D-EBF6EE57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15CDF-FFF1-4F7F-8671-ACA33BCE7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EF39-105E-4F72-A7C3-3C74ACF9C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C84A0-F35E-4A9A-899B-74646EA3C6BB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A087E-2F1B-47F6-B38B-ABF21132F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F0DBD-3D9F-4BCC-B8F1-9789DB9DB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CE420-C21C-4BD2-A274-57B610F8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1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CD8123-788C-4E21-846A-2C711F848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12" y="573133"/>
            <a:ext cx="2884191" cy="6208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37E327-6C8E-4CEA-87DC-9C235C6AA0DF}"/>
              </a:ext>
            </a:extLst>
          </p:cNvPr>
          <p:cNvSpPr txBox="1"/>
          <p:nvPr/>
        </p:nvSpPr>
        <p:spPr>
          <a:xfrm>
            <a:off x="7808819" y="5980033"/>
            <a:ext cx="15640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 indicator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3F7EAE-CF44-4378-A736-F98545AA1D6B}"/>
              </a:ext>
            </a:extLst>
          </p:cNvPr>
          <p:cNvCxnSpPr>
            <a:stCxn id="5" idx="1"/>
          </p:cNvCxnSpPr>
          <p:nvPr/>
        </p:nvCxnSpPr>
        <p:spPr>
          <a:xfrm flipH="1">
            <a:off x="7313519" y="6149310"/>
            <a:ext cx="495300" cy="459373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02F14C-CCD8-4A77-B11F-1E52282C0D83}"/>
              </a:ext>
            </a:extLst>
          </p:cNvPr>
          <p:cNvSpPr txBox="1"/>
          <p:nvPr/>
        </p:nvSpPr>
        <p:spPr>
          <a:xfrm>
            <a:off x="2805051" y="6149310"/>
            <a:ext cx="102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Status bar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FD3C3F-D000-4A7B-92C4-3ED40C0D945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26869" y="6318587"/>
            <a:ext cx="907056" cy="255717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8394FC-03CF-4E9A-ABD8-390E2E50912F}"/>
              </a:ext>
            </a:extLst>
          </p:cNvPr>
          <p:cNvSpPr txBox="1"/>
          <p:nvPr/>
        </p:nvSpPr>
        <p:spPr>
          <a:xfrm>
            <a:off x="2805051" y="5463450"/>
            <a:ext cx="1322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Notepad area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5646D7-C9C4-42AF-B5E6-82CFCFDCCE1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127785" y="5632727"/>
            <a:ext cx="672815" cy="169277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8932D6-418D-42A0-9E66-377DB4EF2DB0}"/>
              </a:ext>
            </a:extLst>
          </p:cNvPr>
          <p:cNvSpPr txBox="1"/>
          <p:nvPr/>
        </p:nvSpPr>
        <p:spPr>
          <a:xfrm>
            <a:off x="2805051" y="3461444"/>
            <a:ext cx="802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Active</a:t>
            </a:r>
          </a:p>
          <a:p>
            <a:r>
              <a:rPr lang="en-US" sz="1600" dirty="0"/>
              <a:t>plot list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C5DA01-AB09-49AE-B51E-31B098EA9348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607771" y="3753832"/>
            <a:ext cx="1192829" cy="132248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390A07-98D8-4E06-9B82-6443FD8E1AEF}"/>
              </a:ext>
            </a:extLst>
          </p:cNvPr>
          <p:cNvSpPr txBox="1"/>
          <p:nvPr/>
        </p:nvSpPr>
        <p:spPr>
          <a:xfrm>
            <a:off x="2805051" y="847725"/>
            <a:ext cx="14097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Active window</a:t>
            </a:r>
          </a:p>
          <a:p>
            <a:r>
              <a:rPr lang="en-US" sz="1600" dirty="0"/>
              <a:t>selector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C207E9-7D4F-4B44-B5E7-511102734C2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214796" y="1140113"/>
            <a:ext cx="441927" cy="46166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8183EF-6EC8-48A1-B2E4-1D4FF9169002}"/>
              </a:ext>
            </a:extLst>
          </p:cNvPr>
          <p:cNvSpPr txBox="1"/>
          <p:nvPr/>
        </p:nvSpPr>
        <p:spPr>
          <a:xfrm>
            <a:off x="2805051" y="1628715"/>
            <a:ext cx="1300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Active source</a:t>
            </a:r>
          </a:p>
          <a:p>
            <a:r>
              <a:rPr lang="en-US" sz="1600" dirty="0"/>
              <a:t>selector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100435-A6E3-4B1D-ACD5-9E4422A55A6D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105215" y="1921103"/>
            <a:ext cx="551508" cy="76944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9BD307-E0FB-439F-964F-744439ECD734}"/>
              </a:ext>
            </a:extLst>
          </p:cNvPr>
          <p:cNvSpPr txBox="1"/>
          <p:nvPr/>
        </p:nvSpPr>
        <p:spPr>
          <a:xfrm>
            <a:off x="2805051" y="2649676"/>
            <a:ext cx="1505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Plot &amp; Operator</a:t>
            </a:r>
          </a:p>
          <a:p>
            <a:r>
              <a:rPr lang="en-US" sz="1600" dirty="0"/>
              <a:t>Selection area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F228AC-B52A-45FF-9ACB-F07B457F362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4310463" y="2942064"/>
            <a:ext cx="423462" cy="105936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2D384F1-BB81-4E9D-8F2F-DAD31A607A6F}"/>
              </a:ext>
            </a:extLst>
          </p:cNvPr>
          <p:cNvSpPr txBox="1"/>
          <p:nvPr/>
        </p:nvSpPr>
        <p:spPr>
          <a:xfrm>
            <a:off x="5195787" y="148139"/>
            <a:ext cx="1632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Pulldown menus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A6D8599-F901-4067-87DB-AAC068ADE55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6012062" y="486693"/>
            <a:ext cx="0" cy="361032"/>
          </a:xfrm>
          <a:prstGeom prst="straightConnector1">
            <a:avLst/>
          </a:prstGeom>
          <a:ln w="349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29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B3534B-B49E-4DDC-84EE-F27B99215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2006600"/>
            <a:ext cx="3152775" cy="2724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06B075-A34B-44F6-A03F-EC3EC990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533" y="2006600"/>
            <a:ext cx="4114800" cy="274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14BE98-442D-4E94-B7E3-97863F4FA055}"/>
              </a:ext>
            </a:extLst>
          </p:cNvPr>
          <p:cNvSpPr txBox="1"/>
          <p:nvPr/>
        </p:nvSpPr>
        <p:spPr>
          <a:xfrm>
            <a:off x="2474697" y="1574800"/>
            <a:ext cx="17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Unposted window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4295A-0FB1-4E53-95DD-C25E32450F7A}"/>
              </a:ext>
            </a:extLst>
          </p:cNvPr>
          <p:cNvSpPr txBox="1"/>
          <p:nvPr/>
        </p:nvSpPr>
        <p:spPr>
          <a:xfrm>
            <a:off x="6525508" y="1574800"/>
            <a:ext cx="1460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Posted window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21070-9703-43DD-BA45-7C67F8A7C710}"/>
              </a:ext>
            </a:extLst>
          </p:cNvPr>
          <p:cNvSpPr txBox="1"/>
          <p:nvPr/>
        </p:nvSpPr>
        <p:spPr>
          <a:xfrm>
            <a:off x="2751665" y="5012266"/>
            <a:ext cx="1152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Post button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F2F4D2-6F6E-4DBB-88C3-E74056490E8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328073" y="4570942"/>
            <a:ext cx="0" cy="44132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444EBA-B6EF-4425-85AC-2ED0DF933FA5}"/>
              </a:ext>
            </a:extLst>
          </p:cNvPr>
          <p:cNvSpPr txBox="1"/>
          <p:nvPr/>
        </p:nvSpPr>
        <p:spPr>
          <a:xfrm>
            <a:off x="6089962" y="5012266"/>
            <a:ext cx="1397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Unpost</a:t>
            </a:r>
            <a:r>
              <a:rPr lang="en-US" sz="1600" dirty="0"/>
              <a:t> button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C58A88-7DAA-4A49-A971-AF78BB70E073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788647" y="4562475"/>
            <a:ext cx="0" cy="44979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97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D7012C-8A58-4EE1-961B-2F94121FC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17" y="273583"/>
            <a:ext cx="2577465" cy="3217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CE5773-CB1B-4C3F-AEBE-021ADDAD9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517" y="273583"/>
            <a:ext cx="2577465" cy="33204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A3D8D-10BB-4D94-9467-4A773D3A7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317" y="273583"/>
            <a:ext cx="3154680" cy="1680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032EDD-49FA-45B8-90AE-46E4BA0BD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275" y="4274619"/>
            <a:ext cx="2577465" cy="2023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E27B1-444A-4DF6-8855-48F23A12D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180" y="4274619"/>
            <a:ext cx="3646170" cy="1143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966D0F-91AA-4A47-9960-3FF809651A4D}"/>
              </a:ext>
            </a:extLst>
          </p:cNvPr>
          <p:cNvSpPr txBox="1"/>
          <p:nvPr/>
        </p:nvSpPr>
        <p:spPr>
          <a:xfrm>
            <a:off x="2424350" y="3686196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File menu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148E6-5314-4E11-B20A-4E195F3C51F1}"/>
              </a:ext>
            </a:extLst>
          </p:cNvPr>
          <p:cNvSpPr txBox="1"/>
          <p:nvPr/>
        </p:nvSpPr>
        <p:spPr>
          <a:xfrm>
            <a:off x="5065793" y="3686196"/>
            <a:ext cx="1408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Controls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8AC0D-ED29-44A3-B577-A3034010162F}"/>
              </a:ext>
            </a:extLst>
          </p:cNvPr>
          <p:cNvSpPr txBox="1"/>
          <p:nvPr/>
        </p:nvSpPr>
        <p:spPr>
          <a:xfrm>
            <a:off x="8220265" y="3680925"/>
            <a:ext cx="1366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Options menu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78352-B4F3-44F9-9B93-6791AE1FEE16}"/>
              </a:ext>
            </a:extLst>
          </p:cNvPr>
          <p:cNvSpPr txBox="1"/>
          <p:nvPr/>
        </p:nvSpPr>
        <p:spPr>
          <a:xfrm>
            <a:off x="3451963" y="6417846"/>
            <a:ext cx="1490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Windows menu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A3BF7-60A8-45C0-9C5F-7EED81BD2067}"/>
              </a:ext>
            </a:extLst>
          </p:cNvPr>
          <p:cNvSpPr txBox="1"/>
          <p:nvPr/>
        </p:nvSpPr>
        <p:spPr>
          <a:xfrm>
            <a:off x="7671877" y="6417846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Help menu</a:t>
            </a:r>
          </a:p>
        </p:txBody>
      </p:sp>
    </p:spTree>
    <p:extLst>
      <p:ext uri="{BB962C8B-B14F-4D97-AF65-F5344CB8AC3E}">
        <p14:creationId xmlns:p14="http://schemas.microsoft.com/office/powerpoint/2010/main" val="3816616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D6A96-6F01-4615-8925-B9178013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726" y="155899"/>
            <a:ext cx="962025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566E9D-BA49-4956-AF99-A9EBCD51068F}"/>
              </a:ext>
            </a:extLst>
          </p:cNvPr>
          <p:cNvSpPr txBox="1"/>
          <p:nvPr/>
        </p:nvSpPr>
        <p:spPr>
          <a:xfrm>
            <a:off x="145160" y="155899"/>
            <a:ext cx="1030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button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CD852-BB4E-48CC-9E68-979AA888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726" y="970785"/>
            <a:ext cx="1743075" cy="247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64C815-7556-4377-8376-F3C6113813B4}"/>
              </a:ext>
            </a:extLst>
          </p:cNvPr>
          <p:cNvSpPr txBox="1"/>
          <p:nvPr/>
        </p:nvSpPr>
        <p:spPr>
          <a:xfrm>
            <a:off x="145160" y="970785"/>
            <a:ext cx="1419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check box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50F3C-9826-4CEC-921A-4B6BE8F35422}"/>
              </a:ext>
            </a:extLst>
          </p:cNvPr>
          <p:cNvSpPr txBox="1"/>
          <p:nvPr/>
        </p:nvSpPr>
        <p:spPr>
          <a:xfrm>
            <a:off x="145163" y="1964324"/>
            <a:ext cx="788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label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256FF3-85DC-4F8E-AE36-B14BB4F7F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726" y="3045344"/>
            <a:ext cx="2524125" cy="1057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526F18-B4F9-40A5-A7C9-EA87602749C2}"/>
              </a:ext>
            </a:extLst>
          </p:cNvPr>
          <p:cNvSpPr txBox="1"/>
          <p:nvPr/>
        </p:nvSpPr>
        <p:spPr>
          <a:xfrm>
            <a:off x="145160" y="3045344"/>
            <a:ext cx="545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DAB0EC-C1BB-4791-8DCF-3A540D24AA7E}"/>
              </a:ext>
            </a:extLst>
          </p:cNvPr>
          <p:cNvSpPr txBox="1"/>
          <p:nvPr/>
        </p:nvSpPr>
        <p:spPr>
          <a:xfrm>
            <a:off x="145160" y="4256875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menu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895FA4-494C-48CE-A618-491399DB7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727" y="5342025"/>
            <a:ext cx="962025" cy="685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884170-D8C9-4EE1-94A4-72CB38F6922B}"/>
              </a:ext>
            </a:extLst>
          </p:cNvPr>
          <p:cNvSpPr txBox="1"/>
          <p:nvPr/>
        </p:nvSpPr>
        <p:spPr>
          <a:xfrm>
            <a:off x="145161" y="5342025"/>
            <a:ext cx="1004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449FD7-9B7E-4562-97C0-F6192825A5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726" y="4292006"/>
            <a:ext cx="1685925" cy="3048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9C7533-2DE8-476B-8120-63F0FAE7177A}"/>
              </a:ext>
            </a:extLst>
          </p:cNvPr>
          <p:cNvSpPr txBox="1"/>
          <p:nvPr/>
        </p:nvSpPr>
        <p:spPr>
          <a:xfrm>
            <a:off x="5824328" y="155899"/>
            <a:ext cx="6541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button is referred to by the text on the button.</a:t>
            </a:r>
          </a:p>
          <a:p>
            <a:r>
              <a:rPr lang="en-US" sz="2000" dirty="0"/>
              <a:t>E.g. To create a new color table click on the **New** button.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558A1-E046-42FF-9165-A234A6877787}"/>
              </a:ext>
            </a:extLst>
          </p:cNvPr>
          <p:cNvSpPr txBox="1"/>
          <p:nvPr/>
        </p:nvSpPr>
        <p:spPr>
          <a:xfrm>
            <a:off x="5824327" y="970785"/>
            <a:ext cx="6367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check box is referred to by the text to the right</a:t>
            </a:r>
          </a:p>
          <a:p>
            <a:r>
              <a:rPr lang="en-US" sz="2000" dirty="0"/>
              <a:t>of the check box. E.g. To group tables by category check the</a:t>
            </a:r>
          </a:p>
          <a:p>
            <a:r>
              <a:rPr lang="en-US" sz="2000" dirty="0"/>
              <a:t>**Group tables by Category** check box.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E7587F-9E28-489E-B7EC-EA4E46BADBBC}"/>
              </a:ext>
            </a:extLst>
          </p:cNvPr>
          <p:cNvSpPr txBox="1"/>
          <p:nvPr/>
        </p:nvSpPr>
        <p:spPr>
          <a:xfrm>
            <a:off x="5824330" y="1964324"/>
            <a:ext cx="6198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label is referred to by the text in the label. E.g.</a:t>
            </a:r>
          </a:p>
          <a:p>
            <a:r>
              <a:rPr lang="en-US" sz="2000" dirty="0"/>
              <a:t>Click on the color table menu next to the **Continuous**</a:t>
            </a:r>
          </a:p>
          <a:p>
            <a:r>
              <a:rPr lang="en-US" sz="2000" dirty="0"/>
              <a:t>label.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D767A-E0FC-4CE6-9A18-7F5F0903E1E4}"/>
              </a:ext>
            </a:extLst>
          </p:cNvPr>
          <p:cNvSpPr txBox="1"/>
          <p:nvPr/>
        </p:nvSpPr>
        <p:spPr>
          <a:xfrm>
            <a:off x="5824327" y="3045344"/>
            <a:ext cx="6071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Lists don’t typically have labels associated with</a:t>
            </a:r>
          </a:p>
          <a:p>
            <a:r>
              <a:rPr lang="en-US" sz="2000" dirty="0"/>
              <a:t>them, so the name is chosen to be descriptive of the list.</a:t>
            </a:r>
          </a:p>
          <a:p>
            <a:r>
              <a:rPr lang="en-US" sz="2000" dirty="0"/>
              <a:t>E.g. The **Color table** list.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97157C-2E73-4EAE-9D9E-46158B726887}"/>
              </a:ext>
            </a:extLst>
          </p:cNvPr>
          <p:cNvSpPr txBox="1"/>
          <p:nvPr/>
        </p:nvSpPr>
        <p:spPr>
          <a:xfrm>
            <a:off x="5824326" y="4253676"/>
            <a:ext cx="63466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menu is referred to by the text to the left of the</a:t>
            </a:r>
          </a:p>
          <a:p>
            <a:r>
              <a:rPr lang="en-US" sz="2000" dirty="0"/>
              <a:t>menu. E.g. To enable linear smoothing select **Linear**</a:t>
            </a:r>
          </a:p>
          <a:p>
            <a:r>
              <a:rPr lang="en-US" sz="2000" dirty="0"/>
              <a:t>from the **Smoothing** menu.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9566E-B211-4A0D-8DCF-B1DE33E073E4}"/>
              </a:ext>
            </a:extLst>
          </p:cNvPr>
          <p:cNvSpPr txBox="1"/>
          <p:nvPr/>
        </p:nvSpPr>
        <p:spPr>
          <a:xfrm>
            <a:off x="5824326" y="5338826"/>
            <a:ext cx="61622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option is referred to by the name in the menu</a:t>
            </a:r>
          </a:p>
          <a:p>
            <a:r>
              <a:rPr lang="en-US" sz="2000" dirty="0"/>
              <a:t>and the word “option” isn’t included. E.g. To enable cubic</a:t>
            </a:r>
          </a:p>
          <a:p>
            <a:r>
              <a:rPr lang="en-US" sz="2000" dirty="0"/>
              <a:t>smoothing select the **Cubic Spline** option from the</a:t>
            </a:r>
          </a:p>
          <a:p>
            <a:r>
              <a:rPr lang="en-US" sz="2000" dirty="0"/>
              <a:t>**Smoothing** menu.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39D303E-87F0-4C1C-9E09-C504CF45F8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3729" y="1968177"/>
            <a:ext cx="34575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9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ABAC86-968C-4307-AE23-2D21DFAAD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727" y="191534"/>
            <a:ext cx="3676650" cy="1666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0F311D-B4B2-45D3-BF57-3E2463F3BC20}"/>
              </a:ext>
            </a:extLst>
          </p:cNvPr>
          <p:cNvSpPr txBox="1"/>
          <p:nvPr/>
        </p:nvSpPr>
        <p:spPr>
          <a:xfrm>
            <a:off x="145161" y="191534"/>
            <a:ext cx="880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D46B9-D142-45E6-8A18-1B98B7F304EE}"/>
              </a:ext>
            </a:extLst>
          </p:cNvPr>
          <p:cNvSpPr txBox="1"/>
          <p:nvPr/>
        </p:nvSpPr>
        <p:spPr>
          <a:xfrm>
            <a:off x="5824326" y="191534"/>
            <a:ext cx="60001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panel is referred to by the text in the box</a:t>
            </a:r>
          </a:p>
          <a:p>
            <a:r>
              <a:rPr lang="en-US" sz="2000" dirty="0"/>
              <a:t>surrounding the panel. E.g. The **Manager** panel has</a:t>
            </a:r>
          </a:p>
          <a:p>
            <a:r>
              <a:rPr lang="en-US" sz="2000" dirty="0"/>
              <a:t>controls for managing color tables.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181D3-08CC-43EC-A7F5-67BA289E876F}"/>
              </a:ext>
            </a:extLst>
          </p:cNvPr>
          <p:cNvSpPr txBox="1"/>
          <p:nvPr/>
        </p:nvSpPr>
        <p:spPr>
          <a:xfrm>
            <a:off x="145161" y="2022150"/>
            <a:ext cx="1347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radio box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B8ECC-8B06-46BB-8D4D-C6FCCDFDA0FF}"/>
              </a:ext>
            </a:extLst>
          </p:cNvPr>
          <p:cNvSpPr txBox="1"/>
          <p:nvPr/>
        </p:nvSpPr>
        <p:spPr>
          <a:xfrm>
            <a:off x="5824328" y="2022150"/>
            <a:ext cx="62100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radio box is referred to by the text to the left</a:t>
            </a:r>
          </a:p>
          <a:p>
            <a:r>
              <a:rPr lang="en-US" sz="2000" dirty="0"/>
              <a:t>of the radio buttons. E.g. Select the **Continuous** radio</a:t>
            </a:r>
          </a:p>
          <a:p>
            <a:r>
              <a:rPr lang="en-US" sz="2000" dirty="0"/>
              <a:t>button from the **Color table type** radio box.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7F3391-13DC-4315-BA31-211E62502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727" y="2028221"/>
            <a:ext cx="3057525" cy="2571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360F6F-DCF0-414D-B60C-98FE79CA0C17}"/>
              </a:ext>
            </a:extLst>
          </p:cNvPr>
          <p:cNvSpPr txBox="1"/>
          <p:nvPr/>
        </p:nvSpPr>
        <p:spPr>
          <a:xfrm>
            <a:off x="145161" y="3066656"/>
            <a:ext cx="121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spin box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0B0470-148D-4F8C-B638-CEC63B6DD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727" y="3066656"/>
            <a:ext cx="3457575" cy="276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9DA7F2-6F43-4365-94D8-18D3867267E0}"/>
              </a:ext>
            </a:extLst>
          </p:cNvPr>
          <p:cNvSpPr txBox="1"/>
          <p:nvPr/>
        </p:nvSpPr>
        <p:spPr>
          <a:xfrm>
            <a:off x="5824328" y="3066656"/>
            <a:ext cx="6291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spin box is referred to by the text to the left of</a:t>
            </a:r>
          </a:p>
          <a:p>
            <a:r>
              <a:rPr lang="en-US" sz="2000" dirty="0"/>
              <a:t>the spin box. E.g. Set the number of colors by changing the</a:t>
            </a:r>
          </a:p>
          <a:p>
            <a:r>
              <a:rPr lang="en-US" sz="2000" dirty="0"/>
              <a:t>value in the **Number of colors** spin box.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2BFA8-388E-42B4-A074-9C2A6F38D16F}"/>
              </a:ext>
            </a:extLst>
          </p:cNvPr>
          <p:cNvSpPr txBox="1"/>
          <p:nvPr/>
        </p:nvSpPr>
        <p:spPr>
          <a:xfrm>
            <a:off x="145161" y="4225776"/>
            <a:ext cx="592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tab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F9FF55-F3EF-4297-9D57-C60D6930B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727" y="4225776"/>
            <a:ext cx="3457575" cy="13049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7D26BE-4631-44CF-BD23-F972E6EDD8EC}"/>
              </a:ext>
            </a:extLst>
          </p:cNvPr>
          <p:cNvSpPr txBox="1"/>
          <p:nvPr/>
        </p:nvSpPr>
        <p:spPr>
          <a:xfrm>
            <a:off x="5824328" y="4225776"/>
            <a:ext cx="6260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tab is referred to by the text at the top of the</a:t>
            </a:r>
          </a:p>
          <a:p>
            <a:r>
              <a:rPr lang="en-US" sz="2000" dirty="0"/>
              <a:t>tab. E.g. The controls for setting the 3D view are located in</a:t>
            </a:r>
          </a:p>
          <a:p>
            <a:r>
              <a:rPr lang="en-US" sz="2000" dirty="0"/>
              <a:t>the **3D view** tab.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B0A899-19F6-4CE5-8CB0-CE5615308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727" y="5674158"/>
            <a:ext cx="2886075" cy="2762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68A07C-90CB-4A0C-ABCB-04C8EFA4D190}"/>
              </a:ext>
            </a:extLst>
          </p:cNvPr>
          <p:cNvSpPr txBox="1"/>
          <p:nvPr/>
        </p:nvSpPr>
        <p:spPr>
          <a:xfrm>
            <a:off x="145161" y="5674158"/>
            <a:ext cx="1290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 field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348E09-CA07-4443-B7F4-F08E51C34B69}"/>
              </a:ext>
            </a:extLst>
          </p:cNvPr>
          <p:cNvSpPr txBox="1"/>
          <p:nvPr/>
        </p:nvSpPr>
        <p:spPr>
          <a:xfrm>
            <a:off x="5824328" y="5674158"/>
            <a:ext cx="63077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Usage: The text field is referred to by the text to the left</a:t>
            </a:r>
          </a:p>
          <a:p>
            <a:r>
              <a:rPr lang="en-US" sz="2000" dirty="0"/>
              <a:t>of the text field. E.g. Enter the name of the new color table</a:t>
            </a:r>
          </a:p>
          <a:p>
            <a:r>
              <a:rPr lang="en-US" sz="2000" dirty="0"/>
              <a:t>in the **Name** text field.</a:t>
            </a:r>
          </a:p>
        </p:txBody>
      </p:sp>
    </p:spTree>
    <p:extLst>
      <p:ext uri="{BB962C8B-B14F-4D97-AF65-F5344CB8AC3E}">
        <p14:creationId xmlns:p14="http://schemas.microsoft.com/office/powerpoint/2010/main" val="280337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464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Brugger, Eric</dc:creator>
  <cp:lastModifiedBy>Brugger, Eric</cp:lastModifiedBy>
  <cp:revision>21</cp:revision>
  <dcterms:created xsi:type="dcterms:W3CDTF">2017-11-03T20:33:47Z</dcterms:created>
  <dcterms:modified xsi:type="dcterms:W3CDTF">2017-11-16T19:43:00Z</dcterms:modified>
</cp:coreProperties>
</file>