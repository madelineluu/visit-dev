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50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8927-52F2-477E-831C-3B294E3FEAD5}" type="datetimeFigureOut">
              <a:rPr lang="en-US" smtClean="0"/>
              <a:t>11/23/2021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AB68B-CAAE-4BE0-8329-3F46E0557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036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8927-52F2-477E-831C-3B294E3FEAD5}" type="datetimeFigureOut">
              <a:rPr lang="en-US" smtClean="0"/>
              <a:t>11/23/2021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AB68B-CAAE-4BE0-8329-3F46E0557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905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8927-52F2-477E-831C-3B294E3FEAD5}" type="datetimeFigureOut">
              <a:rPr lang="en-US" smtClean="0"/>
              <a:t>11/23/2021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AB68B-CAAE-4BE0-8329-3F46E0557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995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8927-52F2-477E-831C-3B294E3FEAD5}" type="datetimeFigureOut">
              <a:rPr lang="en-US" smtClean="0"/>
              <a:t>11/23/2021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AB68B-CAAE-4BE0-8329-3F46E0557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732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8927-52F2-477E-831C-3B294E3FEAD5}" type="datetimeFigureOut">
              <a:rPr lang="en-US" smtClean="0"/>
              <a:t>11/23/2021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AB68B-CAAE-4BE0-8329-3F46E0557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726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8927-52F2-477E-831C-3B294E3FEAD5}" type="datetimeFigureOut">
              <a:rPr lang="en-US" smtClean="0"/>
              <a:t>11/23/2021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AB68B-CAAE-4BE0-8329-3F46E0557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331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8927-52F2-477E-831C-3B294E3FEAD5}" type="datetimeFigureOut">
              <a:rPr lang="en-US" smtClean="0"/>
              <a:t>11/23/2021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AB68B-CAAE-4BE0-8329-3F46E0557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181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8927-52F2-477E-831C-3B294E3FEAD5}" type="datetimeFigureOut">
              <a:rPr lang="en-US" smtClean="0"/>
              <a:t>11/23/2021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AB68B-CAAE-4BE0-8329-3F46E0557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224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8927-52F2-477E-831C-3B294E3FEAD5}" type="datetimeFigureOut">
              <a:rPr lang="en-US" smtClean="0"/>
              <a:t>11/23/2021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AB68B-CAAE-4BE0-8329-3F46E0557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845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8927-52F2-477E-831C-3B294E3FEAD5}" type="datetimeFigureOut">
              <a:rPr lang="en-US" smtClean="0"/>
              <a:t>11/23/2021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AB68B-CAAE-4BE0-8329-3F46E0557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138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8927-52F2-477E-831C-3B294E3FEAD5}" type="datetimeFigureOut">
              <a:rPr lang="en-US" smtClean="0"/>
              <a:t>11/23/2021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AB68B-CAAE-4BE0-8329-3F46E0557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300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FA8927-52F2-477E-831C-3B294E3FEAD5}" type="datetimeFigureOut">
              <a:rPr lang="en-US" smtClean="0"/>
              <a:t>11/23/2021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DAB68B-CAAE-4BE0-8329-3F46E0557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407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A34D7C-2060-4272-BCE6-CA8B2F11F46D}"/>
              </a:ext>
            </a:extLst>
          </p:cNvPr>
          <p:cNvSpPr/>
          <p:nvPr/>
        </p:nvSpPr>
        <p:spPr>
          <a:xfrm>
            <a:off x="2438399" y="170312"/>
            <a:ext cx="1289154" cy="6970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GUI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F3FE44-31B8-492B-BF71-8C1F7B3C5376}"/>
              </a:ext>
            </a:extLst>
          </p:cNvPr>
          <p:cNvSpPr/>
          <p:nvPr/>
        </p:nvSpPr>
        <p:spPr>
          <a:xfrm>
            <a:off x="2438399" y="1343294"/>
            <a:ext cx="1289154" cy="6970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E9D999-B7E7-4068-9852-DEDDEAA86EDC}"/>
              </a:ext>
            </a:extLst>
          </p:cNvPr>
          <p:cNvSpPr/>
          <p:nvPr/>
        </p:nvSpPr>
        <p:spPr>
          <a:xfrm>
            <a:off x="303190" y="1343294"/>
            <a:ext cx="1289154" cy="6970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MDServer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D85FE1-9849-4D96-9710-9D03A311026F}"/>
              </a:ext>
            </a:extLst>
          </p:cNvPr>
          <p:cNvSpPr/>
          <p:nvPr/>
        </p:nvSpPr>
        <p:spPr>
          <a:xfrm>
            <a:off x="303190" y="4132291"/>
            <a:ext cx="1289154" cy="6970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MDServer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DB4BD9-D4B5-47C1-AFD4-C5B19D0B8F9D}"/>
              </a:ext>
            </a:extLst>
          </p:cNvPr>
          <p:cNvSpPr/>
          <p:nvPr/>
        </p:nvSpPr>
        <p:spPr>
          <a:xfrm>
            <a:off x="2438399" y="4132291"/>
            <a:ext cx="1289154" cy="6970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VCL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94D60E-D63C-40A5-AF69-D8724B756643}"/>
              </a:ext>
            </a:extLst>
          </p:cNvPr>
          <p:cNvSpPr/>
          <p:nvPr/>
        </p:nvSpPr>
        <p:spPr>
          <a:xfrm>
            <a:off x="2438399" y="2959309"/>
            <a:ext cx="1289154" cy="6970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sshd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278C58-EB66-4E54-9CF6-6DF79F53B8C6}"/>
              </a:ext>
            </a:extLst>
          </p:cNvPr>
          <p:cNvSpPr/>
          <p:nvPr/>
        </p:nvSpPr>
        <p:spPr>
          <a:xfrm>
            <a:off x="2438399" y="5595068"/>
            <a:ext cx="1289154" cy="6970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Engine</a:t>
            </a:r>
          </a:p>
          <a:p>
            <a:pPr algn="ctr"/>
            <a:r>
              <a:rPr lang="en-US" dirty="0"/>
              <a:t>Rank 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3EE874F-4F7F-4F7B-9696-DA52F3AF42C7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3082976" y="867354"/>
            <a:ext cx="0" cy="47594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30EE938-F8FE-4689-BEE8-CDCA5E1B78FC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>
            <a:off x="3082976" y="2040336"/>
            <a:ext cx="0" cy="918973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ED448DF-913D-40BE-A48A-0173AE782DB5}"/>
              </a:ext>
            </a:extLst>
          </p:cNvPr>
          <p:cNvCxnSpPr/>
          <p:nvPr/>
        </p:nvCxnSpPr>
        <p:spPr>
          <a:xfrm>
            <a:off x="3072983" y="3656351"/>
            <a:ext cx="0" cy="47594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79ED321-DCFA-4FCA-8379-5DB62A55C6E1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3082976" y="4829333"/>
            <a:ext cx="0" cy="765735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34D956B-4BC2-48EF-AD95-658AB577035F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1588260" y="3656351"/>
            <a:ext cx="1494716" cy="824462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69B1978-AAAE-4586-BA40-7C27566B5705}"/>
              </a:ext>
            </a:extLst>
          </p:cNvPr>
          <p:cNvCxnSpPr>
            <a:cxnSpLocks/>
          </p:cNvCxnSpPr>
          <p:nvPr/>
        </p:nvCxnSpPr>
        <p:spPr>
          <a:xfrm>
            <a:off x="1592344" y="1693066"/>
            <a:ext cx="84605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543A80D-AC8D-421E-9DFF-CF90E7CAF8A6}"/>
              </a:ext>
            </a:extLst>
          </p:cNvPr>
          <p:cNvCxnSpPr>
            <a:cxnSpLocks/>
          </p:cNvCxnSpPr>
          <p:nvPr/>
        </p:nvCxnSpPr>
        <p:spPr>
          <a:xfrm>
            <a:off x="78170" y="2285376"/>
            <a:ext cx="4261482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530852D-24D3-4EA2-A477-D401783EB9CC}"/>
              </a:ext>
            </a:extLst>
          </p:cNvPr>
          <p:cNvSpPr txBox="1"/>
          <p:nvPr/>
        </p:nvSpPr>
        <p:spPr>
          <a:xfrm>
            <a:off x="684667" y="359963"/>
            <a:ext cx="9047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Client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65BA3A-476F-470A-B6F8-9C35F4C746AD}"/>
              </a:ext>
            </a:extLst>
          </p:cNvPr>
          <p:cNvSpPr txBox="1"/>
          <p:nvPr/>
        </p:nvSpPr>
        <p:spPr>
          <a:xfrm>
            <a:off x="356211" y="2762005"/>
            <a:ext cx="1561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Server</a:t>
            </a:r>
          </a:p>
          <a:p>
            <a:pPr algn="ctr"/>
            <a:r>
              <a:rPr lang="en-US" sz="2400" dirty="0"/>
              <a:t>Login node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052823-E4A5-4D70-A275-432FBEC283AF}"/>
              </a:ext>
            </a:extLst>
          </p:cNvPr>
          <p:cNvSpPr txBox="1"/>
          <p:nvPr/>
        </p:nvSpPr>
        <p:spPr>
          <a:xfrm>
            <a:off x="3082976" y="934855"/>
            <a:ext cx="6014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5600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DA85DB-8D20-4514-B96D-1254D2C418FD}"/>
              </a:ext>
            </a:extLst>
          </p:cNvPr>
          <p:cNvSpPr txBox="1"/>
          <p:nvPr/>
        </p:nvSpPr>
        <p:spPr>
          <a:xfrm>
            <a:off x="1714647" y="1343294"/>
            <a:ext cx="6014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5601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13055BA-A826-4730-899F-7714EEB18F1C}"/>
              </a:ext>
            </a:extLst>
          </p:cNvPr>
          <p:cNvSpPr txBox="1"/>
          <p:nvPr/>
        </p:nvSpPr>
        <p:spPr>
          <a:xfrm>
            <a:off x="3082976" y="2437677"/>
            <a:ext cx="10390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ssh</a:t>
            </a:r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tunnel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C01FE5B-E075-4EE9-8A70-F726503EF3BE}"/>
              </a:ext>
            </a:extLst>
          </p:cNvPr>
          <p:cNvSpPr txBox="1"/>
          <p:nvPr/>
        </p:nvSpPr>
        <p:spPr>
          <a:xfrm>
            <a:off x="1757480" y="3753779"/>
            <a:ext cx="705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21623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6B3F7D6-F729-4694-B795-AE41D75713B0}"/>
              </a:ext>
            </a:extLst>
          </p:cNvPr>
          <p:cNvSpPr txBox="1"/>
          <p:nvPr/>
        </p:nvSpPr>
        <p:spPr>
          <a:xfrm>
            <a:off x="3082976" y="3725044"/>
            <a:ext cx="705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24101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04B2789-AC90-4A89-B4A5-9ABDAC8499E6}"/>
              </a:ext>
            </a:extLst>
          </p:cNvPr>
          <p:cNvSpPr txBox="1"/>
          <p:nvPr/>
        </p:nvSpPr>
        <p:spPr>
          <a:xfrm>
            <a:off x="3082976" y="5155037"/>
            <a:ext cx="705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18253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A3EEACB-501B-4BDD-938C-1E49B4CC4053}"/>
              </a:ext>
            </a:extLst>
          </p:cNvPr>
          <p:cNvSpPr txBox="1"/>
          <p:nvPr/>
        </p:nvSpPr>
        <p:spPr>
          <a:xfrm>
            <a:off x="4088709" y="607201"/>
            <a:ext cx="2561855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Key to </a:t>
            </a:r>
            <a:r>
              <a:rPr lang="en-US" sz="1400" dirty="0" err="1"/>
              <a:t>Acrynoms</a:t>
            </a:r>
            <a:endParaRPr lang="en-US" sz="1400" dirty="0"/>
          </a:p>
          <a:p>
            <a:r>
              <a:rPr lang="en-US" sz="1400" dirty="0"/>
              <a:t>GUI – Graphical User Interface</a:t>
            </a:r>
          </a:p>
          <a:p>
            <a:r>
              <a:rPr lang="en-US" sz="1400" dirty="0" err="1"/>
              <a:t>MDServer</a:t>
            </a:r>
            <a:r>
              <a:rPr lang="en-US" sz="1400" dirty="0"/>
              <a:t> – Metadata Server</a:t>
            </a:r>
          </a:p>
          <a:p>
            <a:r>
              <a:rPr lang="en-US" sz="1400" dirty="0" err="1"/>
              <a:t>sshd</a:t>
            </a:r>
            <a:r>
              <a:rPr lang="en-US" sz="1400" dirty="0"/>
              <a:t> </a:t>
            </a:r>
            <a:r>
              <a:rPr lang="en-US" sz="1400"/>
              <a:t>– Secure </a:t>
            </a:r>
            <a:r>
              <a:rPr lang="en-US" sz="1400" dirty="0"/>
              <a:t>shell daemon</a:t>
            </a:r>
          </a:p>
          <a:p>
            <a:r>
              <a:rPr lang="en-US" sz="1400" dirty="0"/>
              <a:t>VCL – VisIt Component Launcher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AF5450C-15B3-4CD0-B078-B7FDCB303632}"/>
              </a:ext>
            </a:extLst>
          </p:cNvPr>
          <p:cNvSpPr txBox="1"/>
          <p:nvPr/>
        </p:nvSpPr>
        <p:spPr>
          <a:xfrm>
            <a:off x="4912325" y="2499822"/>
            <a:ext cx="117891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Port forwards</a:t>
            </a:r>
          </a:p>
          <a:p>
            <a:pPr algn="ctr"/>
            <a:r>
              <a:rPr lang="en-US" sz="1400" dirty="0"/>
              <a:t>14650:5600</a:t>
            </a:r>
          </a:p>
          <a:p>
            <a:pPr algn="ctr"/>
            <a:r>
              <a:rPr lang="en-US" sz="1400" dirty="0"/>
              <a:t>21623:5601</a:t>
            </a:r>
          </a:p>
          <a:p>
            <a:pPr algn="ctr"/>
            <a:r>
              <a:rPr lang="en-US" sz="1400" dirty="0"/>
              <a:t>24101:5602</a:t>
            </a:r>
          </a:p>
          <a:p>
            <a:pPr algn="ctr"/>
            <a:r>
              <a:rPr lang="en-US" sz="1400" dirty="0"/>
              <a:t>38536:5603</a:t>
            </a:r>
          </a:p>
          <a:p>
            <a:pPr algn="ctr"/>
            <a:r>
              <a:rPr lang="en-US" sz="1400" dirty="0"/>
              <a:t>39399:5604</a:t>
            </a:r>
          </a:p>
          <a:p>
            <a:pPr algn="ctr"/>
            <a:r>
              <a:rPr lang="en-US" sz="1400" dirty="0"/>
              <a:t>39633:5605</a:t>
            </a:r>
          </a:p>
          <a:p>
            <a:pPr algn="ctr"/>
            <a:r>
              <a:rPr lang="en-US" sz="1400" dirty="0"/>
              <a:t>39838:5606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AD3139A-CCA0-4692-B25D-DE76988050D1}"/>
              </a:ext>
            </a:extLst>
          </p:cNvPr>
          <p:cNvCxnSpPr>
            <a:cxnSpLocks/>
          </p:cNvCxnSpPr>
          <p:nvPr/>
        </p:nvCxnSpPr>
        <p:spPr>
          <a:xfrm>
            <a:off x="95532" y="5053559"/>
            <a:ext cx="4261482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9F0C53F-8D54-464F-A0CB-E9E2E167112C}"/>
              </a:ext>
            </a:extLst>
          </p:cNvPr>
          <p:cNvSpPr txBox="1"/>
          <p:nvPr/>
        </p:nvSpPr>
        <p:spPr>
          <a:xfrm>
            <a:off x="460535" y="5344156"/>
            <a:ext cx="13529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Server</a:t>
            </a:r>
          </a:p>
          <a:p>
            <a:pPr algn="ctr"/>
            <a:r>
              <a:rPr lang="en-US" sz="2400" dirty="0"/>
              <a:t>Batch job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65B28AD-6AA5-4407-8D03-8131D32DBBC7}"/>
              </a:ext>
            </a:extLst>
          </p:cNvPr>
          <p:cNvSpPr/>
          <p:nvPr/>
        </p:nvSpPr>
        <p:spPr>
          <a:xfrm>
            <a:off x="2487162" y="222803"/>
            <a:ext cx="274320" cy="27432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A7C424A-4CB3-4CC6-8BA6-A30CAEB3D2DF}"/>
              </a:ext>
            </a:extLst>
          </p:cNvPr>
          <p:cNvSpPr/>
          <p:nvPr/>
        </p:nvSpPr>
        <p:spPr>
          <a:xfrm>
            <a:off x="2487162" y="1378916"/>
            <a:ext cx="274320" cy="27432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849B2A0-5335-478A-AA69-0A2C814469C6}"/>
              </a:ext>
            </a:extLst>
          </p:cNvPr>
          <p:cNvSpPr/>
          <p:nvPr/>
        </p:nvSpPr>
        <p:spPr>
          <a:xfrm>
            <a:off x="340030" y="1368303"/>
            <a:ext cx="274320" cy="27432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88A5802-4DF1-44F3-B530-B53B3424EF49}"/>
              </a:ext>
            </a:extLst>
          </p:cNvPr>
          <p:cNvSpPr/>
          <p:nvPr/>
        </p:nvSpPr>
        <p:spPr>
          <a:xfrm>
            <a:off x="2463122" y="3007522"/>
            <a:ext cx="274320" cy="27432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4F171E6-7DC5-45DB-BD04-DFBB1755E3AC}"/>
              </a:ext>
            </a:extLst>
          </p:cNvPr>
          <p:cNvSpPr/>
          <p:nvPr/>
        </p:nvSpPr>
        <p:spPr>
          <a:xfrm>
            <a:off x="2463122" y="4161026"/>
            <a:ext cx="274320" cy="27432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72C6C8F-2F12-4758-A9FA-B173DDF293B8}"/>
              </a:ext>
            </a:extLst>
          </p:cNvPr>
          <p:cNvSpPr/>
          <p:nvPr/>
        </p:nvSpPr>
        <p:spPr>
          <a:xfrm>
            <a:off x="340030" y="4161026"/>
            <a:ext cx="274320" cy="27432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41E5D67-719C-4C28-B516-DF721824EFCD}"/>
              </a:ext>
            </a:extLst>
          </p:cNvPr>
          <p:cNvSpPr/>
          <p:nvPr/>
        </p:nvSpPr>
        <p:spPr>
          <a:xfrm>
            <a:off x="2463122" y="5623337"/>
            <a:ext cx="274320" cy="27432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0A91F83-81F2-4861-AAFE-4862FE445704}"/>
              </a:ext>
            </a:extLst>
          </p:cNvPr>
          <p:cNvSpPr txBox="1"/>
          <p:nvPr/>
        </p:nvSpPr>
        <p:spPr>
          <a:xfrm>
            <a:off x="4017064" y="5493591"/>
            <a:ext cx="250667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Legend</a:t>
            </a:r>
          </a:p>
          <a:p>
            <a:pPr algn="ctr"/>
            <a:r>
              <a:rPr lang="en-US" sz="1400" dirty="0"/>
              <a:t>Green circle – Launch order</a:t>
            </a:r>
          </a:p>
          <a:p>
            <a:pPr algn="ctr"/>
            <a:r>
              <a:rPr lang="en-US" sz="1400" dirty="0"/>
              <a:t>Light blue number – Port used</a:t>
            </a:r>
          </a:p>
        </p:txBody>
      </p:sp>
    </p:spTree>
    <p:extLst>
      <p:ext uri="{BB962C8B-B14F-4D97-AF65-F5344CB8AC3E}">
        <p14:creationId xmlns:p14="http://schemas.microsoft.com/office/powerpoint/2010/main" val="1940938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1160</TotalTime>
  <Words>73</Words>
  <Application>Microsoft Office PowerPoint</Application>
  <PresentationFormat>On-screen Show (4:3)</PresentationFormat>
  <Paragraphs>42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Brugger, Eric</dc:creator>
  <cp:lastModifiedBy>Brugger, Eric</cp:lastModifiedBy>
  <cp:revision>5</cp:revision>
  <dcterms:created xsi:type="dcterms:W3CDTF">2021-11-23T00:22:03Z</dcterms:created>
  <dcterms:modified xsi:type="dcterms:W3CDTF">2021-11-23T21:02:20Z</dcterms:modified>
</cp:coreProperties>
</file>